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+xyezUHGXZ5PNXzZjGSyJGz+p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2024-11-15T15:13:22Z</dcterms:created>
  <dc:creator>MADHUMITHA Y</dc:creator>
</cp:coreProperties>
</file>